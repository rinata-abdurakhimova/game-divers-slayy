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94D1"/>
                </a:solidFill>
              </a:rPr>
              <a:t>Slay Diver: Rise of 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>
                <a:solidFill>
                  <a:srgbClr val="FFF2E8"/>
                </a:solidFill>
              </a:rPr>
              <a:t>A boss-chase platformer where the only weapon is arithmetic.</a:t>
            </a:r>
          </a:p>
          <a:p>
            <a:pPr>
              <a:spcBef>
                <a:spcPts val="2000"/>
              </a:spcBef>
            </a:pPr>
            <a:r>
              <a:rPr sz="2000">
                <a:solidFill>
                  <a:srgbClr val="FFD14D"/>
                </a:solidFill>
              </a:rPr>
              <a:t>Play it now: https://alina-anila.itch.io/slay-diver-rise-of-67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94D1"/>
                </a:solidFill>
              </a:rPr>
              <a:t>The 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i="1">
                <a:solidFill>
                  <a:srgbClr val="FFD14D"/>
                </a:solidFill>
              </a:rPr>
              <a:t>Make the score exactly 67 while Boss 67 tries to mathematically ruin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2E8"/>
                </a:solidFill>
              </a:defRPr>
            </a:pPr>
            <a:r>
              <a:t>•  Score starts at 1.00</a:t>
            </a:r>
          </a:p>
          <a:p>
            <a:pPr>
              <a:spcAft>
                <a:spcPts val="1000"/>
              </a:spcAft>
              <a:defRPr sz="2200">
                <a:solidFill>
                  <a:srgbClr val="FFF2E8"/>
                </a:solidFill>
              </a:defRPr>
            </a:pPr>
            <a:r>
              <a:t>•  Land on exactly 67.00 → you win</a:t>
            </a:r>
          </a:p>
          <a:p>
            <a:pPr>
              <a:spcAft>
                <a:spcPts val="1000"/>
              </a:spcAft>
              <a:defRPr sz="2200">
                <a:solidFill>
                  <a:srgbClr val="FFF2E8"/>
                </a:solidFill>
              </a:defRPr>
            </a:pPr>
            <a:r>
              <a:t>•  Land on 0.00 → the run fails</a:t>
            </a:r>
          </a:p>
          <a:p>
            <a:pPr>
              <a:spcAft>
                <a:spcPts val="1000"/>
              </a:spcAft>
              <a:defRPr sz="2200">
                <a:solidFill>
                  <a:srgbClr val="FFF2E8"/>
                </a:solidFill>
              </a:defRPr>
            </a:pPr>
            <a:r>
              <a:t>•  Everything on screen is just another +, -, or x on your score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94D1"/>
                </a:solidFill>
              </a:rPr>
              <a:t>Gameflow: Land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463040"/>
            <a:ext cx="4114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2E8"/>
                </a:solidFill>
              </a:defRPr>
            </a:pPr>
            <a:r>
              <a:t>•  Walk, jump, and dodge across the authored sand route</a:t>
            </a:r>
          </a:p>
          <a:p>
            <a:pPr>
              <a:spcAft>
                <a:spcPts val="1000"/>
              </a:spcAft>
              <a:defRPr sz="1800">
                <a:solidFill>
                  <a:srgbClr val="FFF2E8"/>
                </a:solidFill>
              </a:defRPr>
            </a:pPr>
            <a:r>
              <a:t>•  Green pickups add to your score (+1...+7)</a:t>
            </a:r>
          </a:p>
          <a:p>
            <a:pPr>
              <a:spcAft>
                <a:spcPts val="1000"/>
              </a:spcAft>
              <a:defRPr sz="1800">
                <a:solidFill>
                  <a:srgbClr val="FFF2E8"/>
                </a:solidFill>
              </a:defRPr>
            </a:pPr>
            <a:r>
              <a:t>•  White boss numbers multiply your score (x0, x0.5, x0.8) and are blocked by terrain</a:t>
            </a:r>
          </a:p>
          <a:p>
            <a:pPr>
              <a:spcAft>
                <a:spcPts val="1000"/>
              </a:spcAft>
              <a:defRPr sz="1800">
                <a:solidFill>
                  <a:srgbClr val="FFF2E8"/>
                </a:solidFill>
              </a:defRPr>
            </a:pPr>
            <a:r>
              <a:t>•  HUD tracks score, target 67, distance in blocks, and recent operations</a:t>
            </a:r>
          </a:p>
        </p:txBody>
      </p:sp>
      <p:pic>
        <p:nvPicPr>
          <p:cNvPr id="7" name="Рисунок 6" descr="Зображення, що містить знімок екрана, текст, Програмне забезпечення для відеоігор, Комп’ютерна гра&#10;&#10;Автоматично згенерований опис">
            <a:extLst>
              <a:ext uri="{FF2B5EF4-FFF2-40B4-BE49-F238E27FC236}">
                <a16:creationId xmlns:a16="http://schemas.microsoft.com/office/drawing/2014/main" id="{E0417ACA-A16F-4439-C64B-3CF7F347B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91" y="1621303"/>
            <a:ext cx="6427365" cy="36153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94D1"/>
                </a:solidFill>
              </a:rPr>
              <a:t>The Blue Flood: Reversed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463040"/>
            <a:ext cx="4114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2E8"/>
                </a:solidFill>
              </a:defRPr>
            </a:pPr>
            <a:r>
              <a:t>•  At 28 blocks (or when score is divisible by 6/7), the Blue Flood hits</a:t>
            </a:r>
          </a:p>
          <a:p>
            <a:pPr>
              <a:spcAft>
                <a:spcPts val="1000"/>
              </a:spcAft>
              <a:defRPr sz="1800">
                <a:solidFill>
                  <a:srgbClr val="FFF2E8"/>
                </a:solidFill>
              </a:defRPr>
            </a:pPr>
            <a:r>
              <a:t>•  Water rules swap operations: boss subtracts, floor pickups multiply</a:t>
            </a:r>
          </a:p>
          <a:p>
            <a:pPr>
              <a:spcAft>
                <a:spcPts val="1000"/>
              </a:spcAft>
              <a:defRPr sz="1800">
                <a:solidFill>
                  <a:srgbClr val="FFF2E8"/>
                </a:solidFill>
              </a:defRPr>
            </a:pPr>
            <a:r>
              <a:t>•  50/50 complication roll: here, left/right controls are reversed for 20s</a:t>
            </a:r>
          </a:p>
        </p:txBody>
      </p:sp>
      <p:pic>
        <p:nvPicPr>
          <p:cNvPr id="7" name="Рисунок 6" descr="Зображення, що містить текст, знімок екрана, Мультимедійне програмне забезпечення, програмне забезпечення&#10;&#10;Автоматично згенерований опис">
            <a:extLst>
              <a:ext uri="{FF2B5EF4-FFF2-40B4-BE49-F238E27FC236}">
                <a16:creationId xmlns:a16="http://schemas.microsoft.com/office/drawing/2014/main" id="{68EFBADC-DBC3-3DB8-14FA-E21376A0E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10" y="1463040"/>
            <a:ext cx="7186421" cy="42782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94D1"/>
                </a:solidFill>
              </a:rPr>
              <a:t>The Blue Flood: Gravity Inverted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463040"/>
            <a:ext cx="4114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2E8"/>
                </a:solidFill>
              </a:defRPr>
            </a:pPr>
            <a:r>
              <a:t>•  Other 50/50 outcome: the whole world flips 180°</a:t>
            </a:r>
          </a:p>
          <a:p>
            <a:pPr>
              <a:spcAft>
                <a:spcPts val="1000"/>
              </a:spcAft>
              <a:defRPr sz="1800">
                <a:solidFill>
                  <a:srgbClr val="FFF2E8"/>
                </a:solidFill>
              </a:defRPr>
            </a:pPr>
            <a:r>
              <a:t>•  Camera and player render upside down, sand rises to the top</a:t>
            </a:r>
          </a:p>
          <a:p>
            <a:pPr>
              <a:spcAft>
                <a:spcPts val="1000"/>
              </a:spcAft>
              <a:defRPr sz="1800">
                <a:solidFill>
                  <a:srgbClr val="FFF2E8"/>
                </a:solidFill>
              </a:defRPr>
            </a:pPr>
            <a:r>
              <a:t>•  HUD panels swap top/bottom so score and rules stay readable</a:t>
            </a:r>
          </a:p>
          <a:p>
            <a:pPr>
              <a:spcAft>
                <a:spcPts val="1000"/>
              </a:spcAft>
              <a:defRPr sz="1800">
                <a:solidFill>
                  <a:srgbClr val="FFF2E8"/>
                </a:solidFill>
              </a:defRPr>
            </a:pPr>
            <a:r>
              <a:t>•  Physics and operand logic are untouched — purely visual disorientation</a:t>
            </a:r>
          </a:p>
        </p:txBody>
      </p:sp>
      <p:pic>
        <p:nvPicPr>
          <p:cNvPr id="9" name="Рисунок 8" descr="Зображення, що містить текст, знімок екрана, Мультимедійне програмне забезпечення&#10;&#10;Автоматично згенерований опис">
            <a:extLst>
              <a:ext uri="{FF2B5EF4-FFF2-40B4-BE49-F238E27FC236}">
                <a16:creationId xmlns:a16="http://schemas.microsoft.com/office/drawing/2014/main" id="{1F099E59-2FB7-477F-F0ED-6E9F1E99A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1789888"/>
            <a:ext cx="7055796" cy="39688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94D1"/>
                </a:solidFill>
              </a:rPr>
              <a:t>Gameflow: Failure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463040"/>
            <a:ext cx="4114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2E8"/>
                </a:solidFill>
              </a:defRPr>
            </a:pPr>
            <a:r>
              <a:t>•  Score hits 0 → "THE NUMBERS WON"</a:t>
            </a:r>
          </a:p>
          <a:p>
            <a:pPr>
              <a:spcAft>
                <a:spcPts val="1000"/>
              </a:spcAft>
              <a:defRPr sz="1800">
                <a:solidFill>
                  <a:srgbClr val="FFF2E8"/>
                </a:solidFill>
              </a:defRPr>
            </a:pPr>
            <a:r>
              <a:t>•  Recent-operations panel shows exactly which hits caused the fail</a:t>
            </a:r>
          </a:p>
          <a:p>
            <a:pPr>
              <a:spcAft>
                <a:spcPts val="1000"/>
              </a:spcAft>
              <a:defRPr sz="1800">
                <a:solidFill>
                  <a:srgbClr val="FFF2E8"/>
                </a:solidFill>
              </a:defRPr>
            </a:pPr>
            <a:r>
              <a:t>•  Instant restart with R — no friction between attempts</a:t>
            </a:r>
          </a:p>
        </p:txBody>
      </p:sp>
      <p:pic>
        <p:nvPicPr>
          <p:cNvPr id="7" name="Рисунок 6" descr="Зображення, що містить текст, знімок екрана, Програмне забезпечення для відеоігор, Мультимедійне програмне забезпечення&#10;&#10;Автоматично згенерований опис">
            <a:extLst>
              <a:ext uri="{FF2B5EF4-FFF2-40B4-BE49-F238E27FC236}">
                <a16:creationId xmlns:a16="http://schemas.microsoft.com/office/drawing/2014/main" id="{BB6EE4BD-7DAC-12E1-735F-7F3576A40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57" y="1704286"/>
            <a:ext cx="6588868" cy="37062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94D1"/>
                </a:solidFill>
              </a:rPr>
              <a:t>Architecture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651760" cy="1280160"/>
          </a:xfrm>
          <a:prstGeom prst="roundRect">
            <a:avLst/>
          </a:prstGeom>
          <a:solidFill>
            <a:srgbClr val="30243D"/>
          </a:solidFill>
          <a:ln w="12700">
            <a:solidFill>
              <a:srgbClr val="FF94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D14D"/>
                </a:solidFill>
              </a:rPr>
              <a:t>GameState</a:t>
            </a:r>
          </a:p>
          <a:p>
            <a:r>
              <a:rPr sz="1200">
                <a:solidFill>
                  <a:srgbClr val="FFF2E8"/>
                </a:solidFill>
              </a:rPr>
              <a:t>score, run phase, water state,</a:t>
            </a:r>
          </a:p>
          <a:p>
            <a:r>
              <a:rPr sz="1200">
                <a:solidFill>
                  <a:srgbClr val="FFF2E8"/>
                </a:solidFill>
              </a:rPr>
              <a:t>win / fail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26080"/>
            <a:ext cx="2651760" cy="1280160"/>
          </a:xfrm>
          <a:prstGeom prst="roundRect">
            <a:avLst/>
          </a:prstGeom>
          <a:solidFill>
            <a:srgbClr val="30243D"/>
          </a:solidFill>
          <a:ln w="12700">
            <a:solidFill>
              <a:srgbClr val="FF94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D14D"/>
                </a:solidFill>
              </a:rPr>
              <a:t>GameEvents</a:t>
            </a:r>
          </a:p>
          <a:p>
            <a:r>
              <a:rPr sz="1200">
                <a:solidFill>
                  <a:srgbClr val="FFF2E8"/>
                </a:solidFill>
              </a:rPr>
              <a:t>global signal hub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480560"/>
            <a:ext cx="2651760" cy="1280160"/>
          </a:xfrm>
          <a:prstGeom prst="roundRect">
            <a:avLst/>
          </a:prstGeom>
          <a:solidFill>
            <a:srgbClr val="30243D"/>
          </a:solidFill>
          <a:ln w="12700">
            <a:solidFill>
              <a:srgbClr val="FF94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D14D"/>
                </a:solidFill>
              </a:rPr>
              <a:t>AudioBus / SceneLoader</a:t>
            </a:r>
          </a:p>
          <a:p>
            <a:r>
              <a:rPr sz="1200">
                <a:solidFill>
                  <a:srgbClr val="FFF2E8"/>
                </a:solidFill>
              </a:rPr>
              <a:t>sound playback, intro,</a:t>
            </a:r>
          </a:p>
          <a:p>
            <a:r>
              <a:rPr sz="1200">
                <a:solidFill>
                  <a:srgbClr val="FFF2E8"/>
                </a:solidFill>
              </a:rPr>
              <a:t>restart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371600"/>
            <a:ext cx="2651760" cy="1280160"/>
          </a:xfrm>
          <a:prstGeom prst="roundRect">
            <a:avLst/>
          </a:prstGeom>
          <a:solidFill>
            <a:srgbClr val="30243D"/>
          </a:solidFill>
          <a:ln w="12700">
            <a:solidFill>
              <a:srgbClr val="FF94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D14D"/>
                </a:solidFill>
              </a:rPr>
              <a:t>GameRules</a:t>
            </a:r>
          </a:p>
          <a:p>
            <a:r>
              <a:rPr sz="1200">
                <a:solidFill>
                  <a:srgbClr val="FFF2E8"/>
                </a:solidFill>
              </a:rPr>
              <a:t>constants &amp;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926080"/>
            <a:ext cx="2651760" cy="1280160"/>
          </a:xfrm>
          <a:prstGeom prst="roundRect">
            <a:avLst/>
          </a:prstGeom>
          <a:solidFill>
            <a:srgbClr val="30243D"/>
          </a:solidFill>
          <a:ln w="12700">
            <a:solidFill>
              <a:srgbClr val="FF94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D14D"/>
                </a:solidFill>
              </a:rPr>
              <a:t>ScoreService</a:t>
            </a:r>
          </a:p>
          <a:p>
            <a:r>
              <a:rPr sz="1200">
                <a:solidFill>
                  <a:srgbClr val="FFF2E8"/>
                </a:solidFill>
              </a:rPr>
              <a:t>fixed-point score math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480560"/>
            <a:ext cx="2651760" cy="1280160"/>
          </a:xfrm>
          <a:prstGeom prst="roundRect">
            <a:avLst/>
          </a:prstGeom>
          <a:solidFill>
            <a:srgbClr val="30243D"/>
          </a:solidFill>
          <a:ln w="12700">
            <a:solidFill>
              <a:srgbClr val="FF94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D14D"/>
                </a:solidFill>
              </a:rPr>
              <a:t>WaterRuleService</a:t>
            </a:r>
          </a:p>
          <a:p>
            <a:r>
              <a:rPr sz="1200">
                <a:solidFill>
                  <a:srgbClr val="FFF2E8"/>
                </a:solidFill>
              </a:rPr>
              <a:t>water variant &amp;</a:t>
            </a:r>
          </a:p>
          <a:p>
            <a:r>
              <a:rPr sz="1200">
                <a:solidFill>
                  <a:srgbClr val="FFF2E8"/>
                </a:solidFill>
              </a:rPr>
              <a:t>complication selection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2651760" cy="1280160"/>
          </a:xfrm>
          <a:prstGeom prst="roundRect">
            <a:avLst/>
          </a:prstGeom>
          <a:solidFill>
            <a:srgbClr val="30243D"/>
          </a:solidFill>
          <a:ln w="12700">
            <a:solidFill>
              <a:srgbClr val="FF94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D14D"/>
                </a:solidFill>
              </a:rPr>
              <a:t>Boss67LevelController</a:t>
            </a:r>
          </a:p>
          <a:p>
            <a:r>
              <a:rPr sz="1200">
                <a:solidFill>
                  <a:srgbClr val="FFF2E8"/>
                </a:solidFill>
              </a:rPr>
              <a:t>chunks, spawns, distance,</a:t>
            </a:r>
          </a:p>
          <a:p>
            <a:r>
              <a:rPr sz="1200">
                <a:solidFill>
                  <a:srgbClr val="FFF2E8"/>
                </a:solidFill>
              </a:rPr>
              <a:t>water triggers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926080"/>
            <a:ext cx="2651760" cy="1280160"/>
          </a:xfrm>
          <a:prstGeom prst="roundRect">
            <a:avLst/>
          </a:prstGeom>
          <a:solidFill>
            <a:srgbClr val="30243D"/>
          </a:solidFill>
          <a:ln w="12700">
            <a:solidFill>
              <a:srgbClr val="FF94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D14D"/>
                </a:solidFill>
              </a:rPr>
              <a:t>Player</a:t>
            </a:r>
          </a:p>
          <a:p>
            <a:r>
              <a:rPr sz="1200">
                <a:solidFill>
                  <a:srgbClr val="FFF2E8"/>
                </a:solidFill>
              </a:rPr>
              <a:t>platformer movement,</a:t>
            </a:r>
          </a:p>
          <a:p>
            <a:r>
              <a:rPr sz="1200">
                <a:solidFill>
                  <a:srgbClr val="FFF2E8"/>
                </a:solidFill>
              </a:rPr>
              <a:t>phase visuals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480560"/>
            <a:ext cx="2651760" cy="1280160"/>
          </a:xfrm>
          <a:prstGeom prst="roundRect">
            <a:avLst/>
          </a:prstGeom>
          <a:solidFill>
            <a:srgbClr val="30243D"/>
          </a:solidFill>
          <a:ln w="12700">
            <a:solidFill>
              <a:srgbClr val="FF94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D14D"/>
                </a:solidFill>
              </a:rPr>
              <a:t>Boss67</a:t>
            </a:r>
          </a:p>
          <a:p>
            <a:r>
              <a:rPr sz="1200">
                <a:solidFill>
                  <a:srgbClr val="FFF2E8"/>
                </a:solidFill>
              </a:rPr>
              <a:t>presentation &amp;</a:t>
            </a:r>
          </a:p>
          <a:p>
            <a:r>
              <a:rPr sz="1200">
                <a:solidFill>
                  <a:srgbClr val="FFF2E8"/>
                </a:solidFill>
              </a:rPr>
              <a:t>projectile spawn anchors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371600"/>
            <a:ext cx="2651760" cy="1280160"/>
          </a:xfrm>
          <a:prstGeom prst="roundRect">
            <a:avLst/>
          </a:prstGeom>
          <a:solidFill>
            <a:srgbClr val="30243D"/>
          </a:solidFill>
          <a:ln w="12700">
            <a:solidFill>
              <a:srgbClr val="FF94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D14D"/>
                </a:solidFill>
              </a:rPr>
              <a:t>HUD</a:t>
            </a:r>
          </a:p>
          <a:p>
            <a:r>
              <a:rPr sz="1200">
                <a:solidFill>
                  <a:srgbClr val="FFF2E8"/>
                </a:solidFill>
              </a:rPr>
              <a:t>score, rules, water timer,</a:t>
            </a:r>
          </a:p>
          <a:p>
            <a:r>
              <a:rPr sz="1200">
                <a:solidFill>
                  <a:srgbClr val="FFF2E8"/>
                </a:solidFill>
              </a:rPr>
              <a:t>power-ups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926080"/>
            <a:ext cx="2651760" cy="1280160"/>
          </a:xfrm>
          <a:prstGeom prst="roundRect">
            <a:avLst/>
          </a:prstGeom>
          <a:solidFill>
            <a:srgbClr val="30243D"/>
          </a:solidFill>
          <a:ln w="12700">
            <a:solidFill>
              <a:srgbClr val="FF94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D14D"/>
                </a:solidFill>
              </a:rPr>
              <a:t>ResultScreen</a:t>
            </a:r>
          </a:p>
          <a:p>
            <a:r>
              <a:rPr sz="1200">
                <a:solidFill>
                  <a:srgbClr val="FFF2E8"/>
                </a:solidFill>
              </a:rPr>
              <a:t>victory / failure, restart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4480560"/>
            <a:ext cx="2651760" cy="1280160"/>
          </a:xfrm>
          <a:prstGeom prst="roundRect">
            <a:avLst/>
          </a:prstGeom>
          <a:solidFill>
            <a:srgbClr val="30243D"/>
          </a:solidFill>
          <a:ln w="12700">
            <a:solidFill>
              <a:srgbClr val="FF94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D14D"/>
                </a:solidFill>
              </a:rPr>
              <a:t>WaterRuleOverlay</a:t>
            </a:r>
          </a:p>
          <a:p>
            <a:r>
              <a:rPr sz="1200">
                <a:solidFill>
                  <a:srgbClr val="FFF2E8"/>
                </a:solidFill>
              </a:rPr>
              <a:t>water rule announcement 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264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FFD14D"/>
                </a:solidFill>
              </a:rPr>
              <a:t>Contract-first: every cross-owner signal lives in GameEvents and is documented in INTEGRATION_CONTRACT.md. Three ownership zones (Polina / Alina / Rinata) work in parallel without touching each other's scenes directly.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94D1"/>
                </a:solidFill>
              </a:rPr>
              <a:t>Our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463040"/>
            <a:ext cx="4114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2E8"/>
                </a:solidFill>
              </a:defRPr>
            </a:pPr>
            <a:r>
              <a:t>•  Started with a chalkboard jam session: cutscene plan, Boss 67 mechanics, water variants, operand tables, and the authored level layout</a:t>
            </a:r>
          </a:p>
          <a:p>
            <a:pPr>
              <a:spcAft>
                <a:spcPts val="1000"/>
              </a:spcAft>
              <a:defRPr sz="1800">
                <a:solidFill>
                  <a:srgbClr val="FFF2E8"/>
                </a:solidFill>
              </a:defRPr>
            </a:pPr>
            <a:r>
              <a:t>•  Locked the numeric rules (x0/x0.5/x0.8, water A/B/C variants, +1..+7 pickups) before writing code</a:t>
            </a:r>
          </a:p>
          <a:p>
            <a:pPr>
              <a:spcAft>
                <a:spcPts val="1000"/>
              </a:spcAft>
              <a:defRPr sz="1800">
                <a:solidFill>
                  <a:srgbClr val="FFF2E8"/>
                </a:solidFill>
              </a:defRPr>
            </a:pPr>
            <a:r>
              <a:t>•  Split into three ownership zones from day one, integrated continuously via a shared contract doc</a:t>
            </a:r>
          </a:p>
        </p:txBody>
      </p:sp>
      <p:pic>
        <p:nvPicPr>
          <p:cNvPr id="7" name="Рисунок 6" descr="Зображення, що містить текст, класна дошка, почерк, стіна&#10;&#10;Автоматично згенерований опис">
            <a:extLst>
              <a:ext uri="{FF2B5EF4-FFF2-40B4-BE49-F238E27FC236}">
                <a16:creationId xmlns:a16="http://schemas.microsoft.com/office/drawing/2014/main" id="{E1C214E9-42F9-204A-AFCA-23B169A74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20" y="1562262"/>
            <a:ext cx="7310320" cy="41120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94D1"/>
                </a:solidFill>
              </a:rPr>
              <a:t>Try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FFD14D"/>
                </a:solidFill>
              </a:rPr>
              <a:t>https://alina-anila.itch.io/slay-diver-rise-of-67</a:t>
            </a:r>
          </a:p>
          <a:p>
            <a:pPr>
              <a:spcBef>
                <a:spcPts val="1600"/>
              </a:spcBef>
            </a:pPr>
            <a:r>
              <a:rPr sz="2200">
                <a:solidFill>
                  <a:srgbClr val="FFF2E8"/>
                </a:solidFill>
              </a:rPr>
              <a:t>Avoid zero. Use your operations. Hit exactly 67.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497</Words>
  <Application>Microsoft Office PowerPoint</Application>
  <PresentationFormat>Широкий екран</PresentationFormat>
  <Paragraphs>67</Paragraphs>
  <Slides>9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Rinata</cp:lastModifiedBy>
  <cp:revision>3</cp:revision>
  <dcterms:created xsi:type="dcterms:W3CDTF">2013-01-27T09:14:16Z</dcterms:created>
  <dcterms:modified xsi:type="dcterms:W3CDTF">2026-06-14T12:24:48Z</dcterms:modified>
  <cp:category/>
</cp:coreProperties>
</file>